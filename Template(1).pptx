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2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334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instruções. Apague antes de apresentar.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Copie o ícone (Ctrl+C), clique no ícone do card, botão direito &gt; Alterar imagem &gt; Da área de transferência. Assim ele mantém tamanho e posição. Mais ícones: Inserir &gt; Ícones no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Copie o ícone (Ctrl+C), clique no ícone do card, botão direito &gt; Alterar imagem &gt; Da área de transferência. Assim ele mantém tamanho e posição. Mais ícones: Inserir &gt; Ícones no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rápida (30s).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min. Números da semana e o principal destaque.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3 min. Até 4 entregas por slide; duplique o slide se precisar de mais. Troque a cor do status conforme a legenda.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3 min. Se não houve incidente, escreva "Sem incidentes na semana" e remova os cards. Se ainda não foi resolvido, troque a faixa verde pela cor do status (legenda).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2 min por demanda. Pinte a bolinha da fase atual de amarelo, as concluídas de verde e as futuras de cinza. Duplique o slide para cada demanda nova.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min. Atividades recorrentes que não são projeto: monitoramento, suporte, atualizações periódicas.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a 2 min. Dependências sempre com dono e data. Fechar 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50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este template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0" y="429768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400800" y="429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Apague antes de apresentar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846320" cy="3429000"/>
          </a:xfrm>
          <a:prstGeom prst="roundRect">
            <a:avLst>
              <a:gd name="adj" fmla="val 266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52728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527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920240"/>
            <a:ext cx="4389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Individual: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apresenta as próprias atividades, não as do time.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15 minutos por pessoa.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Período: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a semana anterior à reunião.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Ordem: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a sequência dos slides, mesmo se uma seção estiver vazia (escreva "Sem ocorrências").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em [colchetes]: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substitua pelo seu conteúdo.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Bloqueios: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com dono e data.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Ícones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slides e use Alterar imagem &gt; Da área de transferência.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1051560"/>
            <a:ext cx="3108960" cy="3429000"/>
          </a:xfrm>
          <a:prstGeom prst="roundRect">
            <a:avLst>
              <a:gd name="adj" fmla="val 294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252728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46520" y="12527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Legenda de status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806440" y="201168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580644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 / Publicado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806440" y="256032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 txBox="1"/>
          <p:nvPr/>
        </p:nvSpPr>
        <p:spPr>
          <a:xfrm>
            <a:off x="580644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806440" y="310896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 txBox="1"/>
          <p:nvPr/>
        </p:nvSpPr>
        <p:spPr>
          <a:xfrm>
            <a:off x="58064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terceiro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806440" y="365760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 txBox="1"/>
          <p:nvPr/>
        </p:nvSpPr>
        <p:spPr>
          <a:xfrm>
            <a:off x="580644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 de ícones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0" y="429768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400800" y="429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Apague antes de apresentar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e sistemas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325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8790" y="13258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59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7490" y="132588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5146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6190" y="1325880"/>
            <a:ext cx="502920" cy="5029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5433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890" y="1325880"/>
            <a:ext cx="502920" cy="5029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5720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3590" y="1325880"/>
            <a:ext cx="502920" cy="50292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6007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0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2290" y="1325880"/>
            <a:ext cx="502920" cy="50292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66294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990" y="1325880"/>
            <a:ext cx="502920" cy="50292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6581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000" dirty="0"/>
          </a:p>
        </p:txBody>
      </p:sp>
      <p:sp>
        <p:nvSpPr>
          <p:cNvPr id="22" name="Text 12"/>
          <p:cNvSpPr txBox="1"/>
          <p:nvPr/>
        </p:nvSpPr>
        <p:spPr>
          <a:xfrm>
            <a:off x="457200" y="2240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 BI</a:t>
            </a:r>
            <a:endParaRPr lang="en-US" sz="12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090" y="2560320"/>
            <a:ext cx="502920" cy="50292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4572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</a:t>
            </a:r>
            <a:endParaRPr lang="en-US" sz="10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48790" y="2560320"/>
            <a:ext cx="502920" cy="50292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14859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</a:t>
            </a:r>
            <a:endParaRPr lang="en-US" sz="10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77490" y="2560320"/>
            <a:ext cx="502920" cy="502920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25146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0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06190" y="2560320"/>
            <a:ext cx="502920" cy="502920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35433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</a:t>
            </a:r>
            <a:endParaRPr lang="en-US" sz="100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34890" y="2560320"/>
            <a:ext cx="502920" cy="502920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45720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</a:t>
            </a:r>
            <a:endParaRPr lang="en-US" sz="100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63590" y="2560320"/>
            <a:ext cx="502920" cy="502920"/>
          </a:xfrm>
          <a:prstGeom prst="rect">
            <a:avLst/>
          </a:prstGeom>
        </p:spPr>
      </p:pic>
      <p:sp>
        <p:nvSpPr>
          <p:cNvPr id="34" name="Text 18"/>
          <p:cNvSpPr txBox="1"/>
          <p:nvPr/>
        </p:nvSpPr>
        <p:spPr>
          <a:xfrm>
            <a:off x="56007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92290" y="2560320"/>
            <a:ext cx="502920" cy="502920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66294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endParaRPr lang="en-US" sz="10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20990" y="2560320"/>
            <a:ext cx="502920" cy="502920"/>
          </a:xfrm>
          <a:prstGeom prst="rect">
            <a:avLst/>
          </a:prstGeom>
        </p:spPr>
      </p:pic>
      <p:sp>
        <p:nvSpPr>
          <p:cNvPr id="38" name="Text 20"/>
          <p:cNvSpPr txBox="1"/>
          <p:nvPr/>
        </p:nvSpPr>
        <p:spPr>
          <a:xfrm>
            <a:off x="76581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000" dirty="0"/>
          </a:p>
        </p:txBody>
      </p:sp>
      <p:sp>
        <p:nvSpPr>
          <p:cNvPr id="39" name="Text 21"/>
          <p:cNvSpPr txBox="1"/>
          <p:nvPr/>
        </p:nvSpPr>
        <p:spPr>
          <a:xfrm>
            <a:off x="457200" y="3474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e comunicação</a:t>
            </a:r>
            <a:endParaRPr lang="en-US" sz="1200" dirty="0"/>
          </a:p>
        </p:txBody>
      </p:sp>
      <p:pic>
        <p:nvPicPr>
          <p:cNvPr id="40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0090" y="3794760"/>
            <a:ext cx="502920" cy="502920"/>
          </a:xfrm>
          <a:prstGeom prst="rect">
            <a:avLst/>
          </a:prstGeom>
        </p:spPr>
      </p:pic>
      <p:sp>
        <p:nvSpPr>
          <p:cNvPr id="41" name="Text 22"/>
          <p:cNvSpPr txBox="1"/>
          <p:nvPr/>
        </p:nvSpPr>
        <p:spPr>
          <a:xfrm>
            <a:off x="4572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000" dirty="0"/>
          </a:p>
        </p:txBody>
      </p:sp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48790" y="3794760"/>
            <a:ext cx="502920" cy="502920"/>
          </a:xfrm>
          <a:prstGeom prst="rect">
            <a:avLst/>
          </a:prstGeom>
        </p:spPr>
      </p:pic>
      <p:sp>
        <p:nvSpPr>
          <p:cNvPr id="43" name="Text 23"/>
          <p:cNvSpPr txBox="1"/>
          <p:nvPr/>
        </p:nvSpPr>
        <p:spPr>
          <a:xfrm>
            <a:off x="14859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000" dirty="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77490" y="3794760"/>
            <a:ext cx="502920" cy="502920"/>
          </a:xfrm>
          <a:prstGeom prst="rect">
            <a:avLst/>
          </a:prstGeom>
        </p:spPr>
      </p:pic>
      <p:sp>
        <p:nvSpPr>
          <p:cNvPr id="45" name="Text 24"/>
          <p:cNvSpPr txBox="1"/>
          <p:nvPr/>
        </p:nvSpPr>
        <p:spPr>
          <a:xfrm>
            <a:off x="25146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</a:t>
            </a:r>
            <a:endParaRPr lang="en-US" sz="1000" dirty="0"/>
          </a:p>
        </p:txBody>
      </p:sp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06190" y="3794760"/>
            <a:ext cx="502920" cy="502920"/>
          </a:xfrm>
          <a:prstGeom prst="rect">
            <a:avLst/>
          </a:prstGeom>
        </p:spPr>
      </p:pic>
      <p:sp>
        <p:nvSpPr>
          <p:cNvPr id="47" name="Text 25"/>
          <p:cNvSpPr txBox="1"/>
          <p:nvPr/>
        </p:nvSpPr>
        <p:spPr>
          <a:xfrm>
            <a:off x="35433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1000" dirty="0"/>
          </a:p>
        </p:txBody>
      </p:sp>
      <p:pic>
        <p:nvPicPr>
          <p:cNvPr id="48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34890" y="3794760"/>
            <a:ext cx="502920" cy="502920"/>
          </a:xfrm>
          <a:prstGeom prst="rect">
            <a:avLst/>
          </a:prstGeom>
        </p:spPr>
      </p:pic>
      <p:sp>
        <p:nvSpPr>
          <p:cNvPr id="49" name="Text 26"/>
          <p:cNvSpPr txBox="1"/>
          <p:nvPr/>
        </p:nvSpPr>
        <p:spPr>
          <a:xfrm>
            <a:off x="45720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000" dirty="0"/>
          </a:p>
        </p:txBody>
      </p:sp>
      <p:pic>
        <p:nvPicPr>
          <p:cNvPr id="50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63590" y="3794760"/>
            <a:ext cx="502920" cy="502920"/>
          </a:xfrm>
          <a:prstGeom prst="rect">
            <a:avLst/>
          </a:prstGeom>
        </p:spPr>
      </p:pic>
      <p:sp>
        <p:nvSpPr>
          <p:cNvPr id="51" name="Text 27"/>
          <p:cNvSpPr txBox="1"/>
          <p:nvPr/>
        </p:nvSpPr>
        <p:spPr>
          <a:xfrm>
            <a:off x="56007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000" dirty="0"/>
          </a:p>
        </p:txBody>
      </p:sp>
      <p:pic>
        <p:nvPicPr>
          <p:cNvPr id="52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92290" y="3794760"/>
            <a:ext cx="502920" cy="502920"/>
          </a:xfrm>
          <a:prstGeom prst="rect">
            <a:avLst/>
          </a:prstGeom>
        </p:spPr>
      </p:pic>
      <p:sp>
        <p:nvSpPr>
          <p:cNvPr id="53" name="Text 28"/>
          <p:cNvSpPr txBox="1"/>
          <p:nvPr/>
        </p:nvSpPr>
        <p:spPr>
          <a:xfrm>
            <a:off x="66294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000" dirty="0"/>
          </a:p>
        </p:txBody>
      </p:sp>
      <p:pic>
        <p:nvPicPr>
          <p:cNvPr id="54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920990" y="3794760"/>
            <a:ext cx="502920" cy="502920"/>
          </a:xfrm>
          <a:prstGeom prst="rect">
            <a:avLst/>
          </a:prstGeom>
        </p:spPr>
      </p:pic>
      <p:sp>
        <p:nvSpPr>
          <p:cNvPr id="55" name="Text 29"/>
          <p:cNvSpPr txBox="1"/>
          <p:nvPr/>
        </p:nvSpPr>
        <p:spPr>
          <a:xfrm>
            <a:off x="76581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 de ícones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0" y="429768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400800" y="429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Apague antes de apresentar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e negócio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325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8790" y="13258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59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7490" y="132588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5146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6190" y="1325880"/>
            <a:ext cx="502920" cy="5029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5433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890" y="1325880"/>
            <a:ext cx="502920" cy="5029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5720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Bancário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3590" y="1325880"/>
            <a:ext cx="502920" cy="50292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6007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0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2290" y="1325880"/>
            <a:ext cx="502920" cy="50292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66294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990" y="1325880"/>
            <a:ext cx="502920" cy="50292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658100" y="186537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000" dirty="0"/>
          </a:p>
        </p:txBody>
      </p:sp>
      <p:sp>
        <p:nvSpPr>
          <p:cNvPr id="22" name="Text 12"/>
          <p:cNvSpPr txBox="1"/>
          <p:nvPr/>
        </p:nvSpPr>
        <p:spPr>
          <a:xfrm>
            <a:off x="457200" y="2240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 projetos</a:t>
            </a:r>
            <a:endParaRPr lang="en-US" sz="12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090" y="2560320"/>
            <a:ext cx="502920" cy="50292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4572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10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48790" y="2560320"/>
            <a:ext cx="502920" cy="50292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14859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10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77490" y="2560320"/>
            <a:ext cx="502920" cy="502920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25146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endParaRPr lang="en-US" sz="10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06190" y="2560320"/>
            <a:ext cx="502920" cy="502920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35433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</a:t>
            </a:r>
            <a:endParaRPr lang="en-US" sz="100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34890" y="2560320"/>
            <a:ext cx="502920" cy="502920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45720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00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63590" y="2560320"/>
            <a:ext cx="502920" cy="502920"/>
          </a:xfrm>
          <a:prstGeom prst="rect">
            <a:avLst/>
          </a:prstGeom>
        </p:spPr>
      </p:pic>
      <p:sp>
        <p:nvSpPr>
          <p:cNvPr id="34" name="Text 18"/>
          <p:cNvSpPr txBox="1"/>
          <p:nvPr/>
        </p:nvSpPr>
        <p:spPr>
          <a:xfrm>
            <a:off x="56007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000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92290" y="2560320"/>
            <a:ext cx="502920" cy="502920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66294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</a:t>
            </a:r>
            <a:endParaRPr lang="en-US" sz="10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20990" y="2560320"/>
            <a:ext cx="502920" cy="502920"/>
          </a:xfrm>
          <a:prstGeom prst="rect">
            <a:avLst/>
          </a:prstGeom>
        </p:spPr>
      </p:pic>
      <p:sp>
        <p:nvSpPr>
          <p:cNvPr id="38" name="Text 20"/>
          <p:cNvSpPr txBox="1"/>
          <p:nvPr/>
        </p:nvSpPr>
        <p:spPr>
          <a:xfrm>
            <a:off x="7658100" y="309981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000" dirty="0"/>
          </a:p>
        </p:txBody>
      </p:sp>
      <p:sp>
        <p:nvSpPr>
          <p:cNvPr id="39" name="Text 21"/>
          <p:cNvSpPr txBox="1"/>
          <p:nvPr/>
        </p:nvSpPr>
        <p:spPr>
          <a:xfrm>
            <a:off x="457200" y="3474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Incidentes e alertas</a:t>
            </a:r>
            <a:endParaRPr lang="en-US" sz="1200" dirty="0"/>
          </a:p>
        </p:txBody>
      </p:sp>
      <p:pic>
        <p:nvPicPr>
          <p:cNvPr id="40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0090" y="3794760"/>
            <a:ext cx="502920" cy="502920"/>
          </a:xfrm>
          <a:prstGeom prst="rect">
            <a:avLst/>
          </a:prstGeom>
        </p:spPr>
      </p:pic>
      <p:sp>
        <p:nvSpPr>
          <p:cNvPr id="41" name="Text 22"/>
          <p:cNvSpPr txBox="1"/>
          <p:nvPr/>
        </p:nvSpPr>
        <p:spPr>
          <a:xfrm>
            <a:off x="4572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</a:t>
            </a:r>
            <a:endParaRPr lang="en-US" sz="1000" dirty="0"/>
          </a:p>
        </p:txBody>
      </p:sp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48790" y="3794760"/>
            <a:ext cx="502920" cy="502920"/>
          </a:xfrm>
          <a:prstGeom prst="rect">
            <a:avLst/>
          </a:prstGeom>
        </p:spPr>
      </p:pic>
      <p:sp>
        <p:nvSpPr>
          <p:cNvPr id="43" name="Text 23"/>
          <p:cNvSpPr txBox="1"/>
          <p:nvPr/>
        </p:nvSpPr>
        <p:spPr>
          <a:xfrm>
            <a:off x="14859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000" dirty="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77490" y="3794760"/>
            <a:ext cx="502920" cy="502920"/>
          </a:xfrm>
          <a:prstGeom prst="rect">
            <a:avLst/>
          </a:prstGeom>
        </p:spPr>
      </p:pic>
      <p:sp>
        <p:nvSpPr>
          <p:cNvPr id="45" name="Text 24"/>
          <p:cNvSpPr txBox="1"/>
          <p:nvPr/>
        </p:nvSpPr>
        <p:spPr>
          <a:xfrm>
            <a:off x="25146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000" dirty="0"/>
          </a:p>
        </p:txBody>
      </p:sp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06190" y="3794760"/>
            <a:ext cx="502920" cy="502920"/>
          </a:xfrm>
          <a:prstGeom prst="rect">
            <a:avLst/>
          </a:prstGeom>
        </p:spPr>
      </p:pic>
      <p:sp>
        <p:nvSpPr>
          <p:cNvPr id="47" name="Text 25"/>
          <p:cNvSpPr txBox="1"/>
          <p:nvPr/>
        </p:nvSpPr>
        <p:spPr>
          <a:xfrm>
            <a:off x="35433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</a:t>
            </a:r>
            <a:endParaRPr lang="en-US" sz="1000" dirty="0"/>
          </a:p>
        </p:txBody>
      </p:sp>
      <p:pic>
        <p:nvPicPr>
          <p:cNvPr id="48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34890" y="3794760"/>
            <a:ext cx="502920" cy="502920"/>
          </a:xfrm>
          <a:prstGeom prst="rect">
            <a:avLst/>
          </a:prstGeom>
        </p:spPr>
      </p:pic>
      <p:sp>
        <p:nvSpPr>
          <p:cNvPr id="49" name="Text 26"/>
          <p:cNvSpPr txBox="1"/>
          <p:nvPr/>
        </p:nvSpPr>
        <p:spPr>
          <a:xfrm>
            <a:off x="45720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</a:t>
            </a:r>
            <a:endParaRPr lang="en-US" sz="1000" dirty="0"/>
          </a:p>
        </p:txBody>
      </p:sp>
      <p:pic>
        <p:nvPicPr>
          <p:cNvPr id="50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63590" y="3794760"/>
            <a:ext cx="502920" cy="502920"/>
          </a:xfrm>
          <a:prstGeom prst="rect">
            <a:avLst/>
          </a:prstGeom>
        </p:spPr>
      </p:pic>
      <p:sp>
        <p:nvSpPr>
          <p:cNvPr id="51" name="Text 27"/>
          <p:cNvSpPr txBox="1"/>
          <p:nvPr/>
        </p:nvSpPr>
        <p:spPr>
          <a:xfrm>
            <a:off x="56007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00" dirty="0"/>
          </a:p>
        </p:txBody>
      </p:sp>
      <p:pic>
        <p:nvPicPr>
          <p:cNvPr id="52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92290" y="3794760"/>
            <a:ext cx="502920" cy="502920"/>
          </a:xfrm>
          <a:prstGeom prst="rect">
            <a:avLst/>
          </a:prstGeom>
        </p:spPr>
      </p:pic>
      <p:sp>
        <p:nvSpPr>
          <p:cNvPr id="53" name="Text 28"/>
          <p:cNvSpPr txBox="1"/>
          <p:nvPr/>
        </p:nvSpPr>
        <p:spPr>
          <a:xfrm>
            <a:off x="66294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Desconexão</a:t>
            </a:r>
            <a:endParaRPr lang="en-US" sz="1000" dirty="0"/>
          </a:p>
        </p:txBody>
      </p:sp>
      <p:pic>
        <p:nvPicPr>
          <p:cNvPr id="54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920990" y="3794760"/>
            <a:ext cx="502920" cy="502920"/>
          </a:xfrm>
          <a:prstGeom prst="rect">
            <a:avLst/>
          </a:prstGeom>
        </p:spPr>
      </p:pic>
      <p:sp>
        <p:nvSpPr>
          <p:cNvPr id="55" name="Text 29"/>
          <p:cNvSpPr txBox="1"/>
          <p:nvPr/>
        </p:nvSpPr>
        <p:spPr>
          <a:xfrm>
            <a:off x="7658100" y="4334256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en-US" sz="1400" b="1" kern="0" spc="300" dirty="0" err="1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</a:t>
            </a:r>
            <a:r>
              <a:rPr lang="en-US" sz="1400" b="1" kern="0" spc="300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0116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Semanal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80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de [dd/mm] a [dd/mm/aaaa]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[Nome] |  [dd/mm/aaaa]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semana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[Seu nome]  |  Semana [dd/mm] a [dd/mm]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851660" cy="2331720"/>
          </a:xfrm>
          <a:prstGeom prst="roundRect">
            <a:avLst>
              <a:gd name="adj" fmla="val 493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011680"/>
            <a:ext cx="1394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34640"/>
            <a:ext cx="1394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e publicações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83180" y="1143000"/>
            <a:ext cx="1851660" cy="2331720"/>
          </a:xfrm>
          <a:prstGeom prst="roundRect">
            <a:avLst>
              <a:gd name="adj" fmla="val 493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780" y="13716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11780" y="2011680"/>
            <a:ext cx="1394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5400" dirty="0"/>
          </a:p>
        </p:txBody>
      </p:sp>
      <p:sp>
        <p:nvSpPr>
          <p:cNvPr id="12" name="Text 8"/>
          <p:cNvSpPr txBox="1"/>
          <p:nvPr/>
        </p:nvSpPr>
        <p:spPr>
          <a:xfrm>
            <a:off x="2811780" y="2834640"/>
            <a:ext cx="1394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resolvidos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09160" y="1143000"/>
            <a:ext cx="1851660" cy="2331720"/>
          </a:xfrm>
          <a:prstGeom prst="roundRect">
            <a:avLst>
              <a:gd name="adj" fmla="val 493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37160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937760" y="2011680"/>
            <a:ext cx="1394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5400" dirty="0"/>
          </a:p>
        </p:txBody>
      </p:sp>
      <p:sp>
        <p:nvSpPr>
          <p:cNvPr id="16" name="Text 11"/>
          <p:cNvSpPr txBox="1"/>
          <p:nvPr/>
        </p:nvSpPr>
        <p:spPr>
          <a:xfrm>
            <a:off x="4937760" y="2834640"/>
            <a:ext cx="1394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 novas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835140" y="1143000"/>
            <a:ext cx="1851660" cy="2331720"/>
          </a:xfrm>
          <a:prstGeom prst="roundRect">
            <a:avLst>
              <a:gd name="adj" fmla="val 493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0" y="137160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63740" y="2011680"/>
            <a:ext cx="1394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5400" dirty="0"/>
          </a:p>
        </p:txBody>
      </p:sp>
      <p:sp>
        <p:nvSpPr>
          <p:cNvPr id="20" name="Text 14"/>
          <p:cNvSpPr txBox="1"/>
          <p:nvPr/>
        </p:nvSpPr>
        <p:spPr>
          <a:xfrm>
            <a:off x="7063740" y="2834640"/>
            <a:ext cx="1394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de sustentação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6"/>
          <p:cNvSpPr txBox="1"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Destaque: </a:t>
            </a:r>
            <a:r>
              <a:rPr lang="en-US" sz="14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entrega ou ocorrência mais importante da semana, em uma frase]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da semana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[Seu nome]  |  Semana [dd/mm] a [dd/mm]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52728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5272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da entrega]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8288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você entregou e para quem, em 1 ou 2 linhas]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359152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685800" y="2359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[Status]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52728"/>
            <a:ext cx="502920" cy="502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125272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da entrega]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18288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você entregou e para quem, em 1 ou 2 linhas]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937760" y="2359152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 txBox="1"/>
          <p:nvPr/>
        </p:nvSpPr>
        <p:spPr>
          <a:xfrm>
            <a:off x="4937760" y="2359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[Status]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292608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27248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312724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da entrega]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85800" y="3703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você entregou e para quem, em 1 ou 2 linhas]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85800" y="4233672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7"/>
          <p:cNvSpPr txBox="1"/>
          <p:nvPr/>
        </p:nvSpPr>
        <p:spPr>
          <a:xfrm>
            <a:off x="685800" y="42336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[Status]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09160" y="292608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127248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577840" y="312724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da entrega]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4937760" y="3703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você entregou e para quem, em 1 ou 2 linhas]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937760" y="4233672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2"/>
          <p:cNvSpPr txBox="1"/>
          <p:nvPr/>
        </p:nvSpPr>
        <p:spPr>
          <a:xfrm>
            <a:off x="4937760" y="42336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[Status]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Incidentes em produção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[Seu nome]  |  Semana [dd/mm] a [dd/mm]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3429000"/>
          </a:xfrm>
          <a:prstGeom prst="roundRect">
            <a:avLst>
              <a:gd name="adj" fmla="val 266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52728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5272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[Sistema / processo afetado]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92024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</a:t>
            </a:r>
            <a:endParaRPr lang="en-US" sz="12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[Sintoma e causa, se conhecida]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fizemos</a:t>
            </a:r>
            <a:endParaRPr lang="en-US" sz="12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você fez e com quem, se teve apoio]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3931920"/>
            <a:ext cx="3520440" cy="36576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00507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15568" y="3931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[Status e data da resolução]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09160" y="1051560"/>
            <a:ext cx="3977640" cy="3429000"/>
          </a:xfrm>
          <a:prstGeom prst="roundRect">
            <a:avLst>
              <a:gd name="adj" fmla="val 266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5272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77840" y="125272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[Sistema / processo afetado]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937760" y="192024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</a:t>
            </a:r>
            <a:endParaRPr lang="en-US" sz="12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[Sintoma e causa, se conhecida]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fizemos</a:t>
            </a:r>
            <a:endParaRPr lang="en-US" sz="12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você fez e com quem, se teve apoio]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937760" y="3931920"/>
            <a:ext cx="3520440" cy="36576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400507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67528" y="3931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[Status e data da resolução]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Demandas novas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[Seu nome]  |  Semana [dd/mm] a [dd/mm]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52728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527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da demanda]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9202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Solicitante: </a:t>
            </a: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(Área)]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envolvidas: </a:t>
            </a: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[Áreas]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a área precisa, em 1 ou 2 frases]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[Onde está hoje]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57800" y="1371600"/>
            <a:ext cx="0" cy="2468880"/>
          </a:xfrm>
          <a:prstGeom prst="line">
            <a:avLst/>
          </a:prstGeom>
          <a:noFill/>
          <a:ln w="254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029200" y="1143000"/>
            <a:ext cx="457200" cy="457200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5029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10972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recebida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[Concluído / Em andamento / Próxima fase]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1965960"/>
            <a:ext cx="457200" cy="457200"/>
          </a:xfrm>
          <a:prstGeom prst="ellipse">
            <a:avLst/>
          </a:prstGeom>
          <a:solidFill>
            <a:srgbClr val="FFD4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5029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0" y="1920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e requisitos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[Concluído / Em andamento / Próxima fase]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0" y="2788920"/>
            <a:ext cx="457200" cy="457200"/>
          </a:xfrm>
          <a:prstGeom prst="ellipse">
            <a:avLst/>
          </a:prstGeom>
          <a:solidFill>
            <a:srgbClr val="D9D9D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50292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2743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[Concluído / Em andamento / Próxima fase]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29200" y="3611880"/>
            <a:ext cx="457200" cy="457200"/>
          </a:xfrm>
          <a:prstGeom prst="ellipse">
            <a:avLst/>
          </a:prstGeom>
          <a:solidFill>
            <a:srgbClr val="D9D9D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5029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0" y="3566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Homologação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[Concluído / Em andamento / Próxima fase]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Rotina de sustentação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[Seu nome]  |  Semana [dd/mm] a [dd/mm]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3429000"/>
          </a:xfrm>
          <a:prstGeom prst="roundRect">
            <a:avLst>
              <a:gd name="adj" fmla="val 266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527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2344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[Frente 1]</a:t>
            </a:r>
            <a:endParaRPr lang="en-US" sz="1800" dirty="0"/>
          </a:p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[Tipo de atividade, ex.: monitoramento e correções]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210312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26771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1031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[Rotina / sistema acompanhado]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85800" y="283464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999232"/>
            <a:ext cx="265176" cy="26517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8346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[Rotina / sistema acompanhado]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85800" y="356616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730752"/>
            <a:ext cx="265176" cy="26517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35661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[Rotina / sistema acompanhado]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709160" y="1051560"/>
            <a:ext cx="3977640" cy="3429000"/>
          </a:xfrm>
          <a:prstGeom prst="roundRect">
            <a:avLst>
              <a:gd name="adj" fmla="val 266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252728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623560" y="12344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[Frente 2]</a:t>
            </a:r>
            <a:endParaRPr lang="en-US" sz="1800" dirty="0"/>
          </a:p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[Tipo de atividade, ex.: monitoramento e correções]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4937760" y="210312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2267712"/>
            <a:ext cx="265176" cy="26517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532120" y="21031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[Rotina / sistema acompanhado]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937760" y="283464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2999232"/>
            <a:ext cx="265176" cy="26517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532120" y="28346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[Rotina / sistema acompanhado]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4937760" y="356616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730752"/>
            <a:ext cx="265176" cy="26517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5532120" y="35661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[Rotina / sistema acompanhado]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de atenção e próximos passos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5740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[Item 1]: </a:t>
            </a:r>
            <a:r>
              <a:rPr lang="en-US" sz="1400" i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[aguardando o quê, de quem e desde quando]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[Item 2]: </a:t>
            </a:r>
            <a:r>
              <a:rPr lang="en-US" sz="1400" i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[aguardando o quê, de quem e desde quando]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09160" y="109728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77840" y="13258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937760" y="205740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[Item 1]: </a:t>
            </a:r>
            <a:r>
              <a:rPr lang="en-US" sz="1400" i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será feito na próxima semana]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[Item 2]: </a:t>
            </a:r>
            <a:r>
              <a:rPr lang="en-US" sz="1400" i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 que será feito na próxima semana]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[Seu nome]  |  Semana [dd/mm] a [dd/mm]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1038</Words>
  <Application>Microsoft Office PowerPoint</Application>
  <PresentationFormat>Apresentação na tela (16:9)</PresentationFormat>
  <Paragraphs>187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Compactor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| Status Semanal</dc:title>
  <dc:subject>Demandas</dc:subject>
  <dc:creator>Clayton Pontes</dc:creator>
  <cp:lastModifiedBy>Clayton Pontes</cp:lastModifiedBy>
  <cp:revision>2</cp:revision>
  <dcterms:created xsi:type="dcterms:W3CDTF">2026-09-29T13:10:43Z</dcterms:created>
  <dcterms:modified xsi:type="dcterms:W3CDTF">2026-09-29T13:15:54Z</dcterms:modified>
</cp:coreProperties>
</file>